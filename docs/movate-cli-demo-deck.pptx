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 i="0">
                <a:solidFill>
                  <a:srgbClr val="1A1A1A"/>
                </a:solidFill>
              </a:defRPr>
            </a:pPr>
            <a:r>
              <a:t>Build a Movate FAQ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555555"/>
                </a:solidFill>
              </a:defRPr>
            </a:pPr>
            <a:r>
              <a:t>Manager + 2 role agents · routing, eval, bench, deploy in 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Hands-on demo · pairs with the onboarding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What you'll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A real-world pattern: a manager agent that routes questions to specialists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**Manager agent** — classifies an incoming question as "services" or "cli".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**Services-expert agent** — answers questions about Movate's service offerings. KB is a list of Movate services baked into the prompt.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**CLI-expert agent** — answers questions about movate-cli itself. KB is excerpts from the docs/ folder.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**Workflow** — a single `workflow.yaml` wires the three agents together. Conditional edges route based on the manager's classification.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**Eval dataset** — 30 test questions (mix of services + CLI topics). Gate on 90%+ routing accuracy.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**Bench** — compare 3 model choices for the manager role. Cheapest model that still routes accurately wins.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**Deploy** — push to Movate's Azure runtime. Submit jobs from anywhere. Telegram pings your phone when answers land.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By the end: you've exercised typed agents, conditional workflows, eval gates, multi-model bench, deploy, and prod submission — the full v1.0 surface.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One workflow, three agents, conditional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1148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39"/>
            <a:ext cx="105156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┌──────────────┐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│   USER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│  question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└──────┬───────┘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       ▼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┌──────────────────────┐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  manager agent     │  (classifies the question)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──────────────────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outputs: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  classification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    ∈ {services,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       cli}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└──────────┬───────────┘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┌────────┴─────────┐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│   conditional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│      edge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└────────┬─────────┘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┌────────────┴────────────┐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│             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▼ classification=services ▼ classification=cli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┌────────────────────┐     ┌────────────────────┐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│ services_expert    │     │   cli_expert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│ KB: Movate services│     │ KB: movate-cli docs│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└─────────┬──────────┘     └──────────┬─────────┘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│                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└─────────────┬──────────────┘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       ▼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┌──────────────────┐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│   final answer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└──────────────────┘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Three typed agents wired by one workflow.yaml. Conditional edges (movate v1.1 / LangGraph runtime) drive the routing.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Why this is a great first demo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Exercises every v1.0 capability against a realistic production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**Routing / triage is the most common multi-agent pattern.** Customer support, ticket dispatch, internal Q&amp;A bots — they all start with "figure out who should answer this."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**Easy to extend.** Add a third role agent for billing? One YAML edit + one new prompt. The manager doesn't change.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**Tests the eval surface meaningfully.** Routing accuracy is binary per case (right or wrong classification) — perfect for `--gate 0.9` regression detection.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**Bench has a clear winner condition.** Manager is small + frequent: you want the cheapest model that still routes accurately. `movate bench` quantifies the trade-off.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**Shows off conditional edges** — the v1.1 LangGraph feature that distinguishes movate workflows from simple linear chains.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**Real production shape.** Every customer engagement at Movate that ships agents will look something like this — multiple specialized agents, a router, a knowledge base per specialist.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What you need on your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182112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2907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movate-cli installed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--version    # expect: 1.0.0 or later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At least 2 provider API keys in .env (or env vars)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cat .env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OPENAI_API_KEY=sk-proj-...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ANTHROPIC_API_KEY=sk-ant-api03-...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Optional but recommended: register Movate's prod deployment target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(skip if running purely local for now)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config list-targets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73752"/>
            <a:ext cx="110916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You'll use OpenAI for the manager (cheap classifier role) and Anthropic for the role agents (longer-form answers).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Movate's runtime target is optional — you can build + eval + bench entirely local first, deploy only when you're happy.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Estimated provider spend for this whole walkthrough (3 dev runs + eval + bench): ~$0.15.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If movate isn't installed yet, see the onboarding deck (slides 5-8) or run: uv tool install --from git+https://github.com/Movate/movate-cli movate-cli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Anatomy of a movate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The canonical agent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Four files. Each one does one job. Movate enforces the contract between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2670048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2395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agents/my-agent/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├── agent.yaml          ← the contract: name, model, schema refs, budget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├── prompt.md           ← the instruction template (with {{input.x}} vars)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├── schema/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│   ├── input.json      ← JSON Schema — what callers must send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│   └── output.json     ← JSON Schema — what the model must return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└── evals/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├── dataset.jsonl   ← test cases (one per line)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└── judge.yaml      ← how to score: exact match or LLM-as-judge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61688"/>
            <a:ext cx="1109167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**Separation of concerns** — the YAML is a contract, the prompt is plain English, the schemas are types, the evals are the safety net. Each piece is independently version-controlled and review-able.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**`movate init my-agent` scaffolds all of this** — you don't write it from a blank page. Templates: `faq`, `classifier`, `extractor`, `chatbot`.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**`movate validate` checks all five together** — schema parses? prompt linter clean? policy compliant? cost forecast under cap?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The next four slides explain each file in detail.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agent.yaml —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Identity, model choice, schema references, budget cap. Validated by Pydantic.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api_version: movate/v1     # YAML schema version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name: faq-agent             # used in run records, logs, deploys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version: 0.1.0              # semver — bump triggers re-eval gate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model: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provider: openai/gpt-4o-mini-2024-07-18    # LiteLLM-style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params: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temperature: 0.2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max_tokens: 1024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fallback:                                    # optional retry chain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 provider: anthropic/claude-haiku-4-5-20251001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prompt: ./prompt.md                            # path to instructions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schema: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input: ./schema/input.json                   # JSON Schema for input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output: ./schema/output.json                 # JSON Schema for output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budget: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max_cost_usd_per_run: 0.05    # safety net — hard cap per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**Provider string is LiteLLM format** (`&lt;vendor&gt;/&lt;model&gt;`). Switching from OpenAI to Anthropic = one line. No code change.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**Fallback chain** — if the primary errors (rate limit, timeout, content filter), executor automatically retries on the fallback. Both rows in your run record.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**Budget cap is per-run, not per-month** — protects against pathological inputs that produce 50k-token answers. Combined with the project-level cost ceiling in `movate.yaml`.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prompt.md — the instruction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Plain Markdown with Jinja2 placeholders. Diff-reviewable, version-controlled.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You are a helpful FAQ assistant for Movate.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Answer the user's question using the knowledge base below. If the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answer isn't in the KB, say so honestly — don't make up facts.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## Knowledge base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Movate is a digital engineering services company.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We provide consulting, managed services, and AI/ML solutions.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Headquartered in Plano, TX. Founded 2002.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## User question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{{ input.question 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## Response format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Respond with JSON matching this schema: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{ "answer": "&lt;your answer&gt;", "confident": true | false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**Jinja2 substitution** — `{{ input.&lt;field&gt; }}` pulls values from the validated request input. Refs to fields not in the input schema fail at `movate validate`.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**Linter rules** — empty prompt, missing JSON instruction, undeclared input refs, tiny prompt. Runs on every save (`movate watch`) and in CI.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**Prompt hash is persisted in every RunRecord** — proves exactly which prompt version produced each result. Critical for incident replay.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schema/ — input + output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JSON Schema (draft 2020-12). Pydantic validates at request + response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schema/input.json — what callers must send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"type": "object",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"properties": {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"question": { "type": "string", "minLength": 1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"required": ["question"],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"additionalProperties": false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schema/output.json — what the model must return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"type": "object",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"properties": {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"answer":    { "type": "string" 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"confident": { "type": "boolean"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"required": ["answer", "confident"],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"additionalProperties": false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**Input schema rejects bad calls before any LLM spend** — missing `question`? `additionalProperties: false`? 422 at the door, $0.00 cost.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**Output schema is the safety net** — model returned `{ "answr": ... }` (typo)? Executor catches it, retries (per `model.fallback`), and if retries exhausted records a typed `SchemaError` failure.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**Enums in output = guarantees**. The classifier agent uses `"classification": { "enum": ["services", "cli"] }` — the model literally cannot return a third option without a hard validation fail.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evals/ — the quality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Test cases + scoring method. Gateable in CI; baseline-diffable across versions.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950208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675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evals/dataset.jsonl — one test case per line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"What does Movate do?"}, "expected": {"confident": true}}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"Where is HQ?"}, "expected": {"confident": true}}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"What is quantum chromodynamics?"}, "expected": {"confident": false}}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...30 cases total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evals/judge.yaml — how each case is scored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method: llm_judge                  # or `exact_match` for deterministic outputs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model: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provider: anthropic/claude-haiku-4-5-20251001   # judge != tested family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rubric: |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Score the answer 0.0-1.0. Full credit if the answer is factually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accurate AND the `confident` field correctly reflects whether the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KB had the answer. Half credit if accurate but mis-confident.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41848"/>
            <a:ext cx="11091672" cy="667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**Exact match** for classifiers + extractors (deterministic outputs). **LLM-as-judge** for free-form prose. Cross-family enforcement: judge model ≠ tested model's vendor (prevents same-family bias).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**`movate eval --gate 0.9`** → exit 1 if pass rate &lt; 90%. CI-gateable. `--gate-mode mean|min|p10` for different risk profiles.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**`movate eval --baseline &lt;id&gt;`** → diffs scores against a stored eval. Drift detection: regression past `--regression-tolerance` fails CI. Same pattern works for `movate bench --baseline`.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Build the three agents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1 — Project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One workflow project containing three agent subdirs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950208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675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mkdir movate-faq &amp;&amp; cd movate-faq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Scaffold each agent in its own subdir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init agents/manager -t classifier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init agents/services -t faq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init agents/cli -t faq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Files we'll create by hand: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workflow.yaml   — wires the three agents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state.json      — typed state schema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evals/dataset.jsonl — test cases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Final layout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find . -type d | 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41848"/>
            <a:ext cx="11091672" cy="667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**`classifier` template** for the manager — it ships with an exact-match judge config since classifications are deterministic (services or cli, not both).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**`faq` template** for the role agents — ships with an LLM-as-judge config since their answers are free-form prose.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`workflow.yaml` is where you'll wire them together. The next slides build it up.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2 — The manager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A cheap, fast classifier. No knowledge base; just routing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agents/manager/agent.yaml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name: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version: 0.1.0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model: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provider: openai/gpt-4o-mini-2024-07-18    # cheap; classification is easy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params: { temperature: 0 }                  # deterministic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prompt: ./prompt.md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schema: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input: ./schema/input.json     # { question: string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output: ./schema/output.json   # { classification: 'services' | 'cli'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budget: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max_cost_usd_per_run: 0.001    # hard cap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agents/manager/prompt.md (excerpt)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Classify the user's question. Output JSON with a "classification"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field. Use "services" for questions about Movate's offerings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(consulting, managed services, training). Use "cli" for questions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about the movate-cli toolkit (commands, features, deploys, evals).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Question: {{ input.question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**Temperature 0** for the classifier — same question should always classify the same way. Variance here is bad.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**Output schema with an enum** — the JSON Schema validator rejects anything other than "services" or "cli". Manager can't accidentally output a third category.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**$0.001 budget cap** — manager is the high-frequency hot path. A misbehaved manager that runs a $0.01 call per question would be unfair to downstream cost.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3 — The services 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Answers Movate-service questions; KB is embedded in the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agents/services/agent.yaml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name: services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model: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provider: anthropic/claude-haiku-4-5-20251001   # great for prose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params: { temperature: 0.3 }                     # slight variance OK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prompt: ./prompt.md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schema: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input: ./schema/input.json    # { question: string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output: ./schema/output.json  # { answer: string, sources: [string]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budget: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max_cost_usd_per_run: 0.05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agents/services/prompt.md (excerpt — KB is inline for demo)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You are a Movate services expert. Use the knowledge base below to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answer questions about Movate's offerings.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Knowledge base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**Digital Engineering**: cloud transformation, app modernization, 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**Managed Services**: 24/7 infrastructure ops, security ops center, 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**Industry Solutions**: retail, banking, healthcare verticals, 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(...etc)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Question: {{ input.question 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Answer with citations from the KB above. Output {answer, sources}.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**KB inline in prompt** — fine for a demo with a small fixed KB. Production would swap to a `kb_search` tool (movate's `@tool` decorator) backed by pgvector or Azure AI Search.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**Anthropic Claude** for prose — handles longer-form answers more reliably than the GPT-4o-mini you used for the manager. Per-role model selection is normal.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**Output schema requires `sources`** — forces the model to ground its answer in the KB. If it tries to invent a source not in the KB, eval-as-judge will catch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4 — The CLI 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Same pattern, different KB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agents/cli/prompt.md (excerpt)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You are a movate-cli expert. Answer questions about how to use the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toolkit: scaffolding agents, running evals, deploying, etc.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Knowledge base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`movate init` — scaffolds a new agent from a template (faq,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summarizer, classifier, or generic agent_init).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`movate run` — single-shot execution. --mock for no-API-call.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`movate eval` — dataset eval with --gate score regression.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`movate bench` — multi-model comparison.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`movate deploy` — push to Azure Container Apps.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(...etc — populate from docs/dev-loop.md)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Examples of high-level questions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"How do I create a new agent?"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"What is a workflow?"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"How do I deploy to production?"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Examples of technical questions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"How does --baseline detect drift?"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"What's the difference between eval and bench?"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"How does conditional routing work in workflow.yaml?"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Question: {{ input.question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**KB sourced from the repo's docs/** — `docs/dev-loop.md`, README, command help text. For a richer KB you'd extract per-section markdown and embed; that's a follow-up.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**"Examples of..." sections in the prompt** prime the model to handle both high-level ("what's a workflow?") and technical ("how does --baseline diff?") questions. Few-shot in disguise.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**Same output schema** as services expert — keeps the downstream code one branch instead of two.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Wire the workflow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5 — The workflow.yaml   [v1.1 preview]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Coming in v1.1: declarative conditional routing. Today: orchestrate in a 5-line Python or bash script.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movate-faq/workflow.yaml      ← v1.1 syntax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api_version: movate/v1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kind: Workflow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name: movate-faq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version: 0.1.0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description: Routes questions to services or CLI experts.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Use LangGraph runtime for conditional edges + checkpointing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runtime: langgraph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checkpointer: memory    # use sqlite/postgres in production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state_schema: ./state.json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entrypoint: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nodes: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{ id: manager,          type: agent, ref: ./agents/manager 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{ id: services_expert,  type: agent, ref: ./agents/services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{ id: cli_expert,       type: agent, ref: ./agents/cli     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edges: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from: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to: services_expert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kind: conditional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when: "$.classification == 'services'"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from: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to: cli_expert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kind: conditional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when: "$.classification == 'cli'"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from: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to: cli_expert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kind: conditional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when: null        # default branch — required + must be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**`runtime: langgraph`** will unlock conditional edges. The default homegrown runner today only handles linear DAGs — conditional support lands in v1.1.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**JSONPath-like DSL** in the `when:` clauses — will support `==`, `!=`, `&lt;`, `&gt;`, `&amp;&amp;`, `||`, `in [...]`. No `eval()`, no third-party dep.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**Default branch (`when: null`)** — covers the "manager misclassified" or "unknown intent" case. Required + must be last in the edge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v1.1 preview — until then, route in client code. See the movate-faq-demo repo's ask.py for the 40-line orchestration pattern that runs today.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6 — The state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Typed state flows through the workflow; each node adds to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43814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163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movate-faq/state.json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"$schema": "https://json-schema.org/draft/2020-12/schema",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"type": "object",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"required": ["question"],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"properties": {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"question":       { "type": "string" 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"classification": { "type": "string", "enum": ["services", "cli"] 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"answer":         { "type": "string" 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"sources":        { "type": "array", "items": { "type": "string" }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9784"/>
            <a:ext cx="11091672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**`question` is required** as the initial state. Any user submission must provide it.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**Manager fills `classification`** — its output is merged into state, then the conditional edge reads `$.classification` to route.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**Role agents fill `answer` + `sources`** — final workflow state has all four fields.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**Enum constrains `classification`** — schema validates the manager's output before the conditional edge fires.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7 — First local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`movate run` walks the workflow end-to-end · `--node-trace` shows state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Run with a CLI question — expect routing → cli_expert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run ./movate-faq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'{"question": "How do I deploy an agent to Azure?"}'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--node-trace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Output (abbreviated):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workflow run mvt-9ad12fe... — success (1.2s, $0.018)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Node-by-node state trace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initial state: {"question": "How do I deploy an agent to Azure?"}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1.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output:    {"classification": "cli"}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+ added:   classification = "cli"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2. cli_expert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output:    {"answer": "Use `movate deploy --target prod`...",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            "sources": ["docs/dev-loop.md"]}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+ added:   answer = "..."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           sources = [...]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**`--node-trace`** is the workflow-debugging killer feature. Shows the state delta added by each node — instantly spot which node corrupted a key.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**Run cost surfaced inline** ($0.018 here) — manager + role agent. The manager was $0.0003, role agent was $0.018. Manager's cheap; that's by design.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**Try a services question next**: `'{"question": "What does Movate's managed services offer?"}'` — you'll see the workflow route to services_expert.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Quality + cost gates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8 — Build an eval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Mix of services and CLI questions; expected classification per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950208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675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movate-faq/evals/dataset.jsonl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"What is Movate's digital engineering practice?"},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"expected": {"classification": "services"}}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"How do I run movate eval --gate 0.7?"},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"expected": {"classification": "cli"}}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"Tell me about Movate's industry solutions"},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"expected": {"classification": "services"}}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"What's the difference between --replay and --baseline?"},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"expected": {"classification": "cli"}}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... 30 cases total, 15 of each type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movate-faq/evals/judge.yaml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method: exact_match     # routing is binary — no LLM judge needed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field: classification   # only score on the manager's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41848"/>
            <a:ext cx="11091672" cy="667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**Mix the two question types ~50/50** — catches a manager that always answers "cli" with 50% accuracy. Skewed datasets miss skewed biases.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**Exact-match judge** for classification — no LLM-as-judge needed; the manager's output is one of two strings.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**Eval on just `classification` field** — we're testing the manager's routing, not the role agents' prose. Separate concerns get separate tests.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9 — Run eval, gate on routing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`--gate 0.9` fails CI on routing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Eval the workflow with the manager's routing as the gated output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eval ./movate-faq --gate 0.9 --runs 3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Sample output (Rich table):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┌────────┬───────────────┬─────────────────┬────────────┐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case # │ expected      │ got             │ score     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├────────┼───────────────┼─────────────────┼────────────┤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1      │ services      │ services        │ ✓ 1.000   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2      │ cli           │ cli             │ ✓ 1.000   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3      │ services      │ cli             │ ✗ 0.000    │  ← miss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...    │               │                 │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└────────┴───────────────┴─────────────────┴────────────┘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mean_score: 0.933 (28/30 correct)  ✓ above gate 0.9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Saved as eval_id=ev-abc-123... (use --baseline ev-abc-123 to detect drift)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**3 runs/case** smooths the rare "GPT-4o-mini hiccup" non-determinism. Gate-mode `mean` (the default) averages.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**93.3% mean accuracy ≥ 0.9 gate** — exits 0; CI passes. A regression to 85% would exit 1 and block the merge.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**Stored `eval_id`** — pass it to the next eval as `--baseline ev-abc-123` to catch "this used to work" regressions specifically.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10 — Bench the manager's model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Which provider gives best routing accuracy for the cost?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Bench just the manager agent across 3 models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bench ./agents/manager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'{"question": "How do I deploy an agent?"}'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--runs 5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-m openai/gpt-4o-mini-2024-07-18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-m anthropic/claude-haiku-4-5-20251001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-m google/gemini-2-flash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Sample output (Rich table):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┌──────────────────────────────────┬──────────┬─────┬─────┬───────┐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model                             │ cost/run │ p50 │ p95 │ score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├──────────────────────────────────┼──────────┼─────┼─────┼───────┤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openai/gpt-4o-mini-2024-07-18    │ $0.0003  │ 280 │ 410 │ 1.000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anthropic/claude-haiku-4-5-...    │ $0.0008  │ 510 │ 690 │ 1.000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google/gemini-2-flash             │ $0.0001  │ 340 │ 450 │ 1.000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└──────────────────────────────────┴──────────┴─────┴─────┴───────┘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Saved as bench_id=bn-xyz-789...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**All three at 100% accuracy** on a single test question — manager's task is easy. The cost tie-breaker picks Gemini-2-flash ($0.0001/run).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**Run the same bench with a full 30-case dataset** for production-grade signal: `movate bench ./agents/manager --dataset evals/dataset.jsonl`.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**Save the bench_id**. Next time you tweak the manager prompt, run with `--baseline bn-xyz-789 --regression-tolerance 0.05` — CI fails if a model regresses past 5%.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Ship it to production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11 — Deploy to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Workflow + 3 agents + KB go up; ACA scales worker on queue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Make sure your target is registered (one-time)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config show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Build container + push to ACR + roll new revision on both apps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deploy --target prod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Output (abbreviated):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Building image movate:0.5.0-9e98a1e via az acr build... done (54s)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Updating movate-prod-api... revision movate-prod-api--rev-xyz live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Updating movate-prod-worker... revision movate-prod-worker--rev-xyz live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/healthz reports v0.5.0-9e98a1e on both apps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Deploy successful in 87s. Run movate doctor --target prod for sanity.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Sanity-check the deploy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doctor --target prod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Expect: 9 green checks (az login, sub, RG, ACR, both apps, /healthz)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**`az acr build`** does the image build server-side — no Docker needed on your laptop. ~1 min for an incremental change; ~2 min cold.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**Revision roll is atomic** — ACA holds traffic on the previous revision until the new one's `/healthz` returns the new version string.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**Rollback is one command**: `movate deploy --target prod --skip-build --image-tag movate:0.5.0-&lt;prev-sha&gt;`. No re-build needed.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12 — Use it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Submit jobs from anywhere · Telegram pings your 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Submit a workflow run against the deployed runtime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submit movate-faq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'{"question": "What is Movate'\''s digital engineering practice?"}'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--target prod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--wait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Output: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workflow_run mvt-prod-456... — success (2.4s, $0.024)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classification: services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answer: Movate's digital engineering practice covers...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sources: ["Digital Engineering", "Industry Solutions"]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📱 Your phone dings via Telegram bot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Fire-and-forget mode + poll later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submit movate-faq '{"question": "..."}' --target prod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jobs show &lt;job-id&gt;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Recent jobs (paginated)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jobs list --target prod --status success --limit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**`--wait`** blocks until terminal — useful for one-off interactive use. Fire-and-forget by default for scripted submission.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**Telegram alerts** require one-time setup (see onboarding deck slide 19). Once wired, every job your account submits pings your phone.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**Multi-tenant safe** — your `tenant_id` is encoded in your API key. You can never see another tenant's jobs or trigger their workflows.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Recap + going further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What you just exercised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The full v1.0 movate-cli capability surface against one realistic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**3 typed agents** with separate model choices (cheap classifier, prose-strong role agents).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**Conditional workflow** with the LangGraph backend — routing via a JSONPath-like DSL on the manager's output.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**Eval gate** on routing accuracy — `--gate 0.9` fails CI on regression. Per-case results in a Rich table.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**Multi-model bench** with stored `bench_id` for drift detection — cheapest-model-that-routes-correctly is the win condition.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**Cost ceilings + per-tenant budgets** enforced at executor entry. Manager has $0.001/run cap; role agents have $0.05/run.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**Deploy + revision roll** in one command. ACA worker scales on queue depth via KEDA Postgres scaler.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**Production submission** with Telegram alerts on completion. Tenant-isolated; cross-tenant invisible.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**One file (`workflow.yaml`)** describes the whole architecture — version-controlled, PR-reviewable, env-portable.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Going further — extension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Drop-in changes that scale this from demo to real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**Swap inline KB for retrieval-augmented**: replace the prompt-embedded KB with a `@tool`-decorated `kb_search(query)` function backed by pgvector or Azure AI Search. Each role agent calls it per question. Movate-cli's tool registry handles the JSON-schema plumbing.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**Add more role agents**: HR-policy expert, billing expert, contract-lookup. Add a node + a conditional edge — manager's classification enum grows.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**Add HITL approval** before answering sensitive questions: insert a `type: human` node between manager and role agents. External system (Slack approval bot, email, etc.) decides whether to continue.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**Stream answers back via SSE**: opt-in `POST /run?wait=true` with HTTP streaming (Tier B follow-up). Useful for an interactive chat UI on top.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**Multi-language**: have manager classify language first, route to language-specific role agents. Movate's deploy story is single-region today; multi-region is a v1.1+ deferred item.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**Tighter cost gates**: set per-tenant monthly cost ceiling with `movate tenants set-budget --monthly-usd-limit 50`. Caps runaway spend regardless of how many jobs land.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Each extension is additive — no need to rewrite the demo to upgrade incrementally.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Try it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Start with the smallest possible version and grow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**Minimum viable demo (~30 min):** scaffold the three agents, write workflow.yaml, run with one example question. No KB, no eval, no deploy.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**Add KB (~30 min):** populate role agent prompts with a real KB excerpt. Run with 5 different questions; verify routing is correct.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**Add eval (~30 min):** build the 30-case dataset, run `movate eval --gate 0.9`. Iterate the manager prompt until it passes.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**Add bench (~15 min):** compare 3 manager models. Pick the cheapest that still routes accurately.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**Deploy (~10 min):** one command, end-to-end. Hit your phone with a Telegram ping.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Total: about 2 hours from "empty directory" to "production-deployed multi-agent system with quality gates."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When you ship one — share in #movate-cli. Other teams' demos are the best documentation of what's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Pair this deck with the onboarding deck (commands reference) and docs/dev-loop.md (deeper walkthrough).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