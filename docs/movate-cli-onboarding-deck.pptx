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TEAM ONBOARDING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 i="0">
                <a:solidFill>
                  <a:srgbClr val="1A1A1A"/>
                </a:solidFill>
              </a:defRPr>
            </a:pPr>
            <a:r>
              <a:t>movate-cli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555555"/>
                </a:solidFill>
              </a:defRPr>
            </a:pPr>
            <a:r>
              <a:t>From zero to first deployed AI agent in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Movate internal AI agent toolkit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What is movate-cli?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The one-paragraph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A command-line toolkit for building, evaluating, and deploying AI agents — the same way you'd build a typed Python library.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Declarative `agent.yaml` (typed JSON in, typed JSON out). Prompts are version-controlled markdown. Evals are dataset-based with regression gates.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Multi-vendor LLM support — OpenAI, Anthropic, Gemini, Azure OpenAI — behind one Protocol. Models are config; swap freely without rewriting code.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One CLI binary covers the full loop: scaffold → iterate → eval → deploy → submit jobs. Same tool on your laptop and in CI.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Movate's deployed runtime on Azure handles production traffic. You submit jobs from your terminal (or your code) and get notified when they're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What you can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Concrete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**Typed AI agents** — `agent.yaml` declares the input + output schema; movate enforces them on every call. No more "the model returned a different shape today."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**Eval suites with CI gates** — `movate eval --gate 0.7` fails CI when quality drops. `--baseline &lt;id&gt;` detects drift vs prior runs.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**Cost + latency comparisons** — `movate bench` runs the same prompt across N providers; reports cost mean, latency p50/p95, score under your gate mode.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**Multi-step workflows** — chain agents with conditional branches, parallel fan-out, human-in-the-loop pauses. Optional LangGraph backend for advanced topologies.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**Production deployment** — `movate deploy` builds + ships to Movate's Azure Container Apps. Per-tenant cost ceilings, rate limiting, tenant isolation all built-in.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**Personal notifications** — Telegram bot pings your phone when your submitted jobs land terminal. Free, 5-minute setup.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Install (3 commands, ~2 minutes)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What you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**macOS, Linux, or Windows (WSL).** No specific OS requirement.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**A terminal.** Anything modern: iTerm2, Terminal.app, Windows Terminal, VS Code's integrated terminal.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**No Python install needed.** We use uv, which manages Python for you.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**No Docker, no virtualenvs to manage yourself, no PATH tweaking.** uv handles all of it.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**~5 minutes of attention.** Total install + first agent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If you have a corporate proxy / VPN, check it can reach github.com and astral.sh — uv installs from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 — Install uv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One-line installer; takes ~10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270662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macOS / Linux / WSL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curl -LsSf https://astral.sh/uv/install.sh | sh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Windows (PowerShell)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powershell -ExecutionPolicy ByPass -c "irm https://astral.sh/uv/install.ps1 | iex"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Verify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uv --version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43983"/>
            <a:ext cx="11091672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uv is a Python package manager — think `pip` + `pyenv` + `pipx` fused into one fast binary.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Runs on every modern OS. Installs to `~/.local/bin/uv`; the installer adds that to your PATH.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Open a new terminal after install so PATH refresh takes effect, OR run `source ~/.zshrc` (or your shell rc).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2 — Install movate-cli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 command; pulls the latest pinned release from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2121408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Install from the Movate GitHub release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uv tool install --from git+https://github.com/Movate/movate-cli@v1.0.0 movate-cli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Verify it's on your PATH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--version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--help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58768"/>
            <a:ext cx="11091672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`uv tool install` puts movate in an isolated venv but exposes the `movate` binary on your PATH globally.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Pinned to `@v1.0.0` for stability. To upgrade later: `uv tool upgrade movate-cli`.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`movate --help` shows commands grouped into panels (Develop / Run &amp; evaluate / Diagnose / Deploy &amp; operate / Manage) — that's the full command surface.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If `movate` isn't found after install, run `uv tool update-shell` and restart your terminal.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3 — Connect to Movate's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Get your API key + register the deployment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291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Grab your API key from 1Password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  → entry: "movate-toolkit-prod"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  → copy the value (looks like: mvt_live_acme_abc12345_&lt;long-secret&gt;)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Paste into your shell (silent: no echo, no shell history)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read -rs MOVATE_PROD_KEY &amp;&amp; export MOVATE_PROD_KEY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Register the deployment target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config add-target prod \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--url https://movate-prod-api.&lt;region&gt;.azurecontainerapps.io \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--key-env MOVATE_PROD_KEY \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--set-active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Smoke test: 9 checks, all should be green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doctor --target prod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Your key lives in the env var `MOVATE_PROD_KEY` — never in `~/.movate/config.yaml`. Each shell session needs it re-exported (consider adding to your `.zshrc`).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`movate doctor` walks: az login → subscription → resource group → ACR → both Container Apps → `/healthz`. If anything's red, the output tells you the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Replace &lt;region&gt; with the prod runtime's actual URL — your team lead has it; also in 1Password.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Build your first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Day 0: Scaffold a new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`movate init` creates the typed skeleton + sample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12801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init my-faq-agent -t faq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cd my-faq-agent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tree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916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`-t faq` picks the FAQ-bot template; alternatives: `summarizer`, `classifier`, default `agent_init`.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Creates: `agent.yaml` (the contract), `prompt.md` (system prompt), `schema/{input,output}.json` (typed I/O), `evals/dataset.jsonl` (test cases), `evals/judge.yaml.example` (quality scoring config).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Every file is plain text + version-controllable. No magic; no opaque binaries.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The contract: `agent.yaml`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 declarative file describes the whole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291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api_version: movate/v1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kind: Agent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name: my-faq-agent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version: 0.1.0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description: Answers FAQs from a small corpus.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model: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provider: openai/gpt-4o-mini-2024-07-18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params: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temperature: 0.2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fallback: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- provider: anthropic/claude-haiku-4-5-20251001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prompt: ./prompt.md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schema: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input: ./schema/input.json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output: ./schema/output.json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budget: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max_cost_usd_per_run: 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`api_version` pins the YAML schema — bumping it is a deliberate migration event, never accidental.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`model.fallback` is a chain — if the primary errors out (rate limit, transient failure), movate tries each fallback in order.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`budget.max_cost_usd_per_run` is a hard cap. A run that would exceed it aborts BEFORE the provider call. Zero surprise bills.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Day 0: Hot-reload while you 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`movate watch` re-validates on every save — TDD-style feedback in &lt;1s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291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Terminal 1: hot-reload watcher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watch ./my-faq-agent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Terminal 2: open prompt.md in your editor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$EDITOR ./my-faq-agent/prompt.md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Save the file → Terminal 1 instantly shows: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 ✓ schema valid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 ⚠ prompt linter warnings (if any)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 ✓ cost forecast: ~$0.042 for 30-case 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Prompt linter has 4 rules: undeclared `{{ input.X }}` refs, empty prompt, missing JSON instruction, missing output schema field references.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Cost forecast estimates eval-run cost from dataset size × pricing table BEFORE you spend money running it.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200ms debounce — won't fire on editor-temporary writes (vim's swap files, VS Code's incremental saves).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Day 0: Test a single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`movate run` — real LLM call or deterministic mock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270662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Real LLM call (uses OPENAI_API_KEY from .env)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run ./my-faq-agent "What is movate?"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Mock provider — deterministic, no API key, no $ — for smoke tests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run ./my-faq-agent "test input" --mock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Output formats: json (default, pipe-friendly) | text (human)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run ./my-faq-agent "test" --mock --output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43983"/>
            <a:ext cx="11091672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JSON output is pipe-friendly: `movate run ... | jq '.output.answer'`.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Mock mode is for CI / smoke testing — no API calls, deterministic responses, zero cost.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Every run is persisted locally to `~/.movate/local.db` (sqlite) — replay later with `movate trace replay &lt;run-id&gt;`.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Quality gates (eval + bench)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Day 1: Eval your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`movate eval` — regression-gated dataset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2999232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Eval against evals/dataset.jsonl with the configured judge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eval ./my-faq-agent --gate 0.7 --runs 3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Output: Rich table of per-case results + aggregate score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Exit 1 if mean score &lt; 0.7 — CI-gateable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Drift detection: diff this run vs a stored baseline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eval ./my-faq-agent --baseline &lt;eval-id&gt; \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--regression-tolerance 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36592"/>
            <a:ext cx="11091672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Exact-match scorer for deterministic test cases (e.g., classifiers); LLM-as-judge for free-form responses.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Cross-family enforcement: judge model can't share vendor family with tested model (catches confounded scores).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`--runs 3` smooths variance across runs; `--gate-mode mean | min | p10` controls how N runs aggregate.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Every eval is persisted as an `EvalRecord` — pass `--baseline &lt;eval-id&gt;` later to detect drift; CI exits 1 on regression past tolerance.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Day 1: Compare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`movate bench` — same input across N providers, with cost/latency/quality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270662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Compare 3 models on the same input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bench ./my-faq-agent "what is movate?" --runs 3 \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-m openai/gpt-4o-mini-2024-07-18 \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-m anthropic/claude-haiku-4-5-20251001 \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    -m google/gemini-2-flash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Per-model report: cost mean, latency p50/p95, score (if judge configured)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Saved as a BenchRecord with bench_id for later --baseline diffs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43983"/>
            <a:ext cx="11091672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Each provider gets N runs (variance smoothing); reported as cost mean, latency p50/p95, score under the configured gate mode.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Cross-family judge enforcement: a judge model from family X gets skipped against any tested model in family X.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`--baseline &lt;bench-id&gt;` shows per-model deltas vs a stored bench — score, cost, latency, model-set drift. CI-gateable on score regression past `--regression-tolerance`.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Use the deployed runtime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Day 2+: Submit a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`movate submit` queues against the deployed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291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Fire-and-forget — returns job_id immediately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submit my-faq-agent '{"question": "what is movate?"}' --target prod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--wait blocks until terminal; prints final status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submit my-faq-agent '{"question": "..."}' --target prod --wait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Check a specific job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jobs show &lt;job-id&gt;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# Recent jobs (filter by status / agent / target)</a:t>
            </a:r>
          </a:p>
          <a:p>
            <a:pPr>
              <a:spcAft>
                <a:spcPts val="0"/>
              </a:spcAft>
              <a:defRPr sz="1400">
                <a:solidFill>
                  <a:srgbClr val="E6E6E6"/>
                </a:solidFill>
                <a:latin typeface="Menlo"/>
              </a:defRPr>
            </a:pPr>
            <a:r>
              <a:t>movate jobs list --target prod --status success --limit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`--target prod` selects which deployed runtime (you configured earlier). Per-target bearer token from env var.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Jobs queue server-side; the worker claims them, runs the agent, persists the result. You poll via `jobs show` or wait via `--wait`.</a:t>
            </a:r>
          </a:p>
          <a:p>
            <a:pPr>
              <a:spcAft>
                <a:spcPts val="700"/>
              </a:spcAft>
              <a:defRPr sz="1500">
                <a:solidFill>
                  <a:srgbClr val="1A1A1A"/>
                </a:solidFill>
              </a:defRPr>
            </a:pPr>
            <a:r>
              <a:t>Multi-tenant safe — your `tenant_id` is encoded in your API key. You can never see another tenant's jobs.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Day 2+: Get notified when jobs 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Optional — 5-minute Telegram bot setup (worth 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**Why Telegram?** Free, instant, works on phone/desktop/web. No SMS regulatory hassle. Notification looks like: *"✅ movate agent/my-faq-agent — success (423ms) — run: 5fdb30de"*.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**Setup (5 min, one-time):**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  1. In Telegram, message `@BotFather` → send `/newbot` → save the token.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  2. Search for your new bot in Telegram → tap `Start`.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  3. Open `https://api.telegram.org/bot&lt;TOKEN&gt;/getUpdates` in browser → copy your `chat.id`.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  4. Ask your team lead to add your token to Key Vault + your chat_id to the deployed runtime config (one Bicep redeploy).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  5. Done. Every job you submit pings your phone within seconds of completion.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**Detailed runbook**: `docs/azure-bootstrap.md` → section *"Optional: Telegram alerts"*.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Email + SMS channels also available (`--notify-email`, `--notify-sms`) for per-job opt-in; Telegram is operator-wide.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Reference: cheat sheet + troubleshooting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Common tasks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When you want to... run this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1672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062472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 want to...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Start a new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init &lt;name&gt; -t &lt;template&gt;`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See what `-t` templates exist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init --list-templates`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Iterate fast on a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watch ./&lt;agent&gt;`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Run once (real LLM)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run ./&lt;agent&gt; "input"`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Run once (mock, no $)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run ./&lt;agent&gt; "input" --mock`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Eval against a dataset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eval ./&lt;agent&gt; --gate 0.7 --runs 3`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Detect eval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eval ./&lt;agent&gt; --baseline &lt;eval-id&gt;`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Compare 3 models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bench ./&lt;agent&gt; "input" -m m1 -m m2 -m m3`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Submit to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submit &lt;agent&gt; '{...}' --target prod`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Check a job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jobs show &lt;job-id&gt;`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List recent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jobs list --status success --limit 10`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Replay a past run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run ./&lt;agent&gt; --replay &lt;run-id&gt;`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Health-check the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doctor --target prod`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Print pricing table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pricing`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Get help on any 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&lt;command&gt; --help`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Common errors → the fix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233672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Symptom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Likely cause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`movate: command not found`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PATH not refreshed after install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Restart terminal, or run `uv tool update-shell` then restart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doctor` shows red on subscription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Logged in to wrong Azure sub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`az account set --subscription &lt;id&gt;`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`401 Unauthorized` on `movate submit`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API key not in env, or wrong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`echo "len=${#MOVATE_PROD_KEY}"` — expect ~70. Re-export if 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eval --gate 0.7` fails on what should pass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Judge is in same family as tested model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Pick a judge from a different vendor in `evals/judge.yaml`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Schema validation error on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Input dict doesn't match `schema/input.json`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Open the schema file, check required fields +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`movate watch` keeps re-firing on no change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Editor doing atomic-save (write to temp + rename)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Set `--poll-interval 1.0` to debounce more aggressively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Cost forecast says $40 for an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Dataset too large OR temperature too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`head -10 evals/dataset.jsonl &gt; evals/dataset-small.jsonl`; iterate first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Job submitted but no Telegram ping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Either bot not in env, or chat is muted in Telegram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</a:defRPr>
                      </a:pPr>
                      <a:r>
                        <a:t>Worker logs: `az containerapp logs show ... | grep telegram`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Where to get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In order of fastest-resolution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**`movate &lt;command&gt; --help`** — every command has detailed help with examples. Often answers your question without leaving the terminal.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**`movate doctor --target &lt;env&gt;`** — 9-check diagnostic against your deployed runtime. Tells you what's broken AND how to fix it.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**Repository docs** — `docs/dev-loop.md` (this content, deeper), `docs/azure-bootstrap.md` (Azure-specific setup), `docs/v1.0-overview.md` (architecture).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**Internal Slack: #movate-cli** — fastest for "is this the right approach?" questions or quick unblocks.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**GitHub Issues**: [github.com/Movate/movate-cli/issues](https://github.com/Movate/movate-cli/issues) — for bugs, feature requests, or anything where the conversation needs a thread.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**Office hours** — Wednesdays 2-3pm PT, drop in any time. (Or ping your team lead.)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When reporting issues: include `movate --version`, your OS, the exact command, and the full error output.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What to explore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Once you're comfortable with the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**Multi-step workflows** — chain agents with `workflow.yaml`. Linear DAGs out of the box; conditional / parallel / human-in-the-loop via `runtime: langgraph`.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**Tool-calling agents** — register Python functions as tools the agent can invoke. `@tool` decorator handles the JSON-schema plumbing.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**CI integration** — drop `.github/workflows/eval-gate.example.yml` (in the repo) into your project; eval regressions block PRs automatically.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**Custom judges** — write your own `evals/judge.yaml` for domain-specific scoring rubrics.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**Replay debugging** — `movate trace replay &lt;run-id&gt;` reconstructs a past run's call tree from stored RunRecords. Great for debugging "this used to work" issues.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**Per-tenant budgets** — `movate tenants set-budget --monthly-usd-limit 50` caps your team's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Read `docs/dev-loop.md` for the full developer-facing flow + `docs/v1.0-overview.md` for the system architecture.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You're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Recap of the 5 commands you'll run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**`movate init &lt;name&gt; -t &lt;template&gt;`** — start a new agent from a known-good template.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**`movate watch ./&lt;agent&gt;`** — iterate on the prompt with sub-second feedback.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**`movate eval ./&lt;agent&gt; --gate 0.7`** — gate quality before merging.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**`movate submit &lt;agent&gt; '...' --target prod`** — run it against Movate's deployed infrastructure.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**`movate jobs show &lt;job-id&gt;`** — check what happened.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Everything else is variations. `movate --help` is the discovery surface — start there when you're unsure.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</a:defRPr>
            </a:pPr>
            <a:r>
              <a:t>Good luck. Ping #movate-cli when you ship your first agent — we'd love to see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